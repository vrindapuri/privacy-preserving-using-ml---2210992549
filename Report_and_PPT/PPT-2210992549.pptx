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256" r:id="rId3"/>
    <p:sldId id="257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268" r:id="rId17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18" d="100"/>
          <a:sy n="118" d="100"/>
        </p:scale>
        <p:origin x="-1482" y="-18"/>
      </p:cViewPr>
      <p:guideLst>
        <p:guide orient="horz" pos="2160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customXml" Target="../customXml/item3.xml"/><Relationship Id="rId23" Type="http://schemas.openxmlformats.org/officeDocument/2006/relationships/customXml" Target="../customXml/item2.xml"/><Relationship Id="rId22" Type="http://schemas.openxmlformats.org/officeDocument/2006/relationships/customXml" Target="../customXml/item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Industry (Module-2) </a:t>
            </a: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Privacy-Preserving Machine Learning using Federated Learning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Vrinda Puri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Roll No.: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2210992549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Vrinda Puri</a:t>
            </a: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Computer Science and Engineering, 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Chitkara University, Punjab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 / Agenda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2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107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Introduction &amp; Background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Federated Learning Architecture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Privacy-Preserving Techniques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Proposed System: PFed-HE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Experimental Results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Industry Applications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Technical Challenges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Conclusion &amp; Future Scope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References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Machine learning is widely deployed in healthcare, finance, e-commerce &amp; mobile apps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High accuracy requires large volumes of sensitive user data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Centralized ML: all data aggregated on a single server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Creates data breach risks, single point of failure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Violates GDPR, HIPAA, PCI-DSS regulations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Federated Learning (FL) – McMahan et al., 2017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Train a shared global model without sharing raw data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Clients share gradient updates, not private data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Goal: Analyse FL as a privacy-preserving ML framework and propose PFed-HE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 Centralized vs Federated Learning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4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Centralized ML – Traditional Paradigm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All data transported and stored at a central server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Vulnerable to breaches; non-compliant with privacy laws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Federated Learning – Distributed Paradigm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Clients perform local training on private data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Only model updates (gradients) are sent to server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Raw data never leaves the client device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Three types of FL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Horizontal FL: same features, different samples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Vertical FL: different features, overlapping samples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Federated Transfer Learning: minimal overlap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Architecture &amp; FedAvg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5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System Components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N dispersed clients with private datasets D_k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Central aggregation server coordinating training rounds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Communication protocol for parameter exchange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FedAvg Training Protocol (per round t)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1. Server selects subset S_t of clients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2. Each client downloads global model w_t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3. Client trains locally for E epochs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4. Updated weights w_k^(t+1) sent to server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5. Server aggregates: w_{t+1} = Σ (n_k/n) · w_k^(t+1)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Non-IID data causes client drift and slower convergence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 Techniques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6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Differential Privacy (DP)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Add calibrated Gaussian/Laplace noise to model updates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(ε, δ)-DP: smaller ε = stronger privacy, lower accuracy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Homomorphic Encryption (HE)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Compute on encrypted gradients without decryption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CKKS scheme: efficient approximate arithmetic over real vectors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FHE: unrestricted ops; PHE: only addition or multiplication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Secure Multi-Party Computation (SMPC)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Shamir's secret sharing splits updates into n shares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Server learns only the aggregate, not individual updates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Secure Aggregation protocols combine all three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 PFed-HE Overview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7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Privacy-Preserving Federated Learning with Homomorphic Encryption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Six integrated components: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① Optimized CKKS HE for gradient protection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② Differential Privacy (ε = 0.5) as secondary privacy layer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③ Client-side encryption module in training loop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④ Decentralized aggregation over encrypted ciphertexts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⑤ Dynamic key management with Diffie-Hellman rotation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⑥ Batch-parallelized HE operations (CRT slot packing)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Targets: sensitive cross-silo FL (healthcare, finance, IoT)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PFed-HE: Client Encryption &amp; Aggregation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8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Client-Side Encryption Steps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Step 1: Gradient clipping to sensitivity bound 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Step 2: Add Gaussian noise N(0, σ²I) for (ε, δ)-DP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Step 3: Encode into CKKS plaintext slots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Step 4: Encrypt → send ciphertext c_k to server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Server Encrypted Aggregation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Homomorphic weighted sum: c_agg = Σ (n_k/n) ⊙ c_k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Decrypt only the final aggregate using shared session key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Dynamic Key Management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Diffie-Hellman key negotiation at start of each round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Keys rotated every R rounds; KDC never stores plaintext keys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&amp; Results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9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Baselines: FedAvg, DP-FedAvg (ε=1.0), SecAgg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Datasets: MNIST, CIFAR-10, Medical Chest X-Ray (Non-IID, α=0.5, 100 clients)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sz="1900"/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Results Summary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MNIST: PFed-HE 96.9% vs FedAvg 98.7%  (gap: 1.8%)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CIFAR-10: PFed-HE 80.2% vs FedAvg 83.4%  (gap: 3.2%)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Medical AUC: 91.4% vs 93.1% (non-private) – clinically acceptable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PFed-HE provides ε = 0.5 (stronger than DP-FedAvg at ε = 1.0)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Communication Overhead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Without batch optimization: 3.4× overhead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With CRT slot packing: reduced to 1.9×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Encryption time: 2.3s → 0.9s with parallel processing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Applications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10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Healthcare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Multi-hospital model training without sharing patient records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Brain tumor segmentation, COVID-19 X-ray, diabetic retinopathy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Finance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Cross-bank fraud detection on combined transaction data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SecureBoost: vertical FL for credit risk modelling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Mobile &amp; Edge Computing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Google Gboard: next-word prediction for billions of users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On-device voice recognition without uploading audio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IoT &amp; Smart Cities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Smart grid energy management, predictive maintenance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Connected vehicles: traffic prediction without GPS traces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&amp; Security Challenges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11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Communication Overhead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Deep models have millions of parameters to transmit per round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Mitigation: gradient compression, quantization, top-k sparsification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Non-IID Data Heterogeneity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Client drift from divergent local objectives → slow convergence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Solutions: FedProx, SCAFFOLD, personalized FL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Gradient Leakage Attacks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DLG attack can reconstruct training samples from gradients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Defence: DP, gradient compression, secure aggregation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Poisoning &amp; Byzantine Attacks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Malicious clients inject crafted updates (backdoor triggers)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Defences: Krum, Trimmed Mean, FLTrust – still imperfect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12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Conclusions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FL enables collaborative ML without sharing raw data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PFed-HE combines HE + DP + dynamic key mgmt for end-to-end privacy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Achieves competitive accuracy with formal (ε=0.5)-DP guarantees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Communication overhead reduced to 1.9× with batch optimization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Future Research Directions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Personalized FL with formal convergence guarantees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Blockchain-based audit trails for model update accountability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Quantum-secure cryptographic primitives for HE/SMPC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Federated Reinforcement Learning (robotics, autonomous driving)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FL + LLMs via LoRA for privacy-preserving fine-tuning at scale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13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[1] McMahan et al. – FedAvg. AISTATS, 2017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[2] Li et al. – FL: Challenges, Methods. IEEE Signal Process., 2020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[3] Yang et al. – Federated Machine Learning. ACM TIST, 2019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[4] Kairouz et al. – Advances and Open Problems in FL. Found. Trends ML, 2021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[5] Bagdasaryan et al. – How to Backdoor FL. AISTATS, 2020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[6] Bonawitz et al. – Practical Secure Aggregation. CCS, 2017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[7] Geyer et al. – Client-Level DP for FL. arXiv:1712.07557, 2017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[8] Dwork &amp; Roth – Algorithmic Foundations of DP. Found. Trends TCS, 2014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[9] Cheon et al. – CKKS Homomorphic Encryption. ASIACRYPT, 2017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[10] Rieke et al. – Future of Digital Health with FL. npj Digital Med., 2020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[11] Lim et al. – FL in Mobile Edge Networks. IEEE Commun. Surv., 2020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457200" y="1800000"/>
            <a:ext cx="8229600" cy="2025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GB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14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91DF113-39A2-46D5-BFDA-E63300A9ECA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6604</Words>
  <Application>WPS Presentation</Application>
  <PresentationFormat>On-screen Show (4:3)</PresentationFormat>
  <Paragraphs>206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Times New Roman</vt:lpstr>
      <vt:lpstr>Calibri</vt:lpstr>
      <vt:lpstr>Microsoft YaHei</vt:lpstr>
      <vt:lpstr>Arial Unicode MS</vt:lpstr>
      <vt:lpstr>DejaVu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Vrinda Puri</cp:lastModifiedBy>
  <cp:revision>2301</cp:revision>
  <dcterms:created xsi:type="dcterms:W3CDTF">2010-04-09T07:36:00Z</dcterms:created>
  <dcterms:modified xsi:type="dcterms:W3CDTF">2026-04-29T14:41:18Z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ICV">
    <vt:lpwstr>20EEE5E94ED64E4B930AC523FE40779A_13</vt:lpwstr>
  </property>
  <property fmtid="{D5CDD505-2E9C-101B-9397-08002B2CF9AE}" pid="15" name="KSOProductBuildVer">
    <vt:lpwstr>1033-12.1.0.25862</vt:lpwstr>
  </property>
</Properties>
</file>